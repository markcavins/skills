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F5C42C"/>
            </a:solidFill>
            <a:ln>
              <a:solidFill>
                <a:srgbClr val="F5C42C"/>
              </a:solidFill>
            </a:ln>
          </c:spPr>
          <c:cat>
            <c:strRef>
              <c:f>Sheet1!$A$2:$A$5</c:f>
              <c:strCache>
                <c:ptCount val="4"/>
                <c:pt idx="0">
                  <c:v>Ops</c:v>
                </c:pt>
                <c:pt idx="1">
                  <c:v>Audit</c:v>
                </c:pt>
                <c:pt idx="2">
                  <c:v>Provisioning</c:v>
                </c:pt>
                <c:pt idx="3">
                  <c:v>Patching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28</c:v>
                </c:pt>
                <c:pt idx="2">
                  <c:v>22</c:v>
                </c:pt>
                <c:pt idx="3">
                  <c:v>15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7788A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773"/>
                </a:solidFill>
                <a:latin typeface="Aptos"/>
              </a:rPr>
              <a:t>Chef Design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466"/>
                </a:solidFill>
                <a:latin typeface="Aptos"/>
              </a:rPr>
              <a:t>Starter deck with spacing and chart rules derived from the Chef pitch decks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828800" cy="109728"/>
          </a:xfrm>
          <a:prstGeom prst="rect">
            <a:avLst/>
          </a:prstGeom>
          <a:solidFill>
            <a:srgbClr val="F5C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773"/>
                </a:solidFill>
                <a:latin typeface="Aptos"/>
              </a:rPr>
              <a:t>Content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66"/>
                </a:solidFill>
                <a:latin typeface="Aptos"/>
              </a:rPr>
              <a:t>• Keep content within a 0.5 in margin
• Reserve footer band for notes/citations
• Leave a 0.25 in gutter between text and visuals
• Cap text box fill at ~85% of the reserved area
• Prefer dark backgrounds with bright headings and muted captions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051560"/>
            <a:ext cx="4937760" cy="3474720"/>
          </a:xfrm>
          <a:prstGeom prst="rect">
            <a:avLst/>
          </a:prstGeom>
          <a:solidFill>
            <a:srgbClr val="1B2773"/>
          </a:solidFill>
          <a:ln>
            <a:solidFill>
              <a:srgbClr val="99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0" y="2423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Reserved visual area
(no overlapping 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88AA"/>
                </a:solidFill>
                <a:latin typeface="Aptos"/>
              </a:rPr>
              <a:t>Caption: Keep supporting notes outside the visual block.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2773"/>
                </a:solidFill>
                <a:latin typeface="Aptos"/>
              </a:rPr>
              <a:t>Chart Style Sample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09728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1430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66"/>
                </a:solidFill>
                <a:latin typeface="Aptos"/>
              </a:rPr>
              <a:t>Chart rules
• Highlight one series in gold
• Use white axis labels on dark backgrounds
• Keep legend at the bottom
• Leave breathing room between plot and commentary
• Move narrative into caption text instead of the plot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80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88AA"/>
                </a:solidFill>
                <a:latin typeface="Aptos"/>
              </a:rPr>
              <a:t>Caption: Example chart style with dark theme and restrained palette.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